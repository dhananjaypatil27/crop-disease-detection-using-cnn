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61" r:id="rId2"/>
    <p:sldId id="257" r:id="rId3"/>
    <p:sldId id="274" r:id="rId4"/>
    <p:sldId id="258" r:id="rId5"/>
    <p:sldId id="262" r:id="rId6"/>
    <p:sldId id="269" r:id="rId7"/>
    <p:sldId id="275" r:id="rId8"/>
    <p:sldId id="276" r:id="rId9"/>
    <p:sldId id="260" r:id="rId10"/>
    <p:sldId id="268" r:id="rId11"/>
    <p:sldId id="267" r:id="rId12"/>
    <p:sldId id="264" r:id="rId13"/>
    <p:sldId id="263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FA9EE6-6334-4C2B-A2C9-430DC52B335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B4293ED-F86D-4DDB-A384-EAA3E2858A6C}">
      <dgm:prSet phldrT="[Text]">
        <dgm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dirty="0"/>
            <a:t>Plant Village</a:t>
          </a:r>
        </a:p>
      </dgm:t>
    </dgm:pt>
    <dgm:pt modelId="{E3201D9B-5083-4B87-B18E-499B41B6AAAF}" type="parTrans" cxnId="{98DC2894-9A6C-4D8F-8C38-C60F30B3FCD0}">
      <dgm:prSet/>
      <dgm:spPr/>
      <dgm:t>
        <a:bodyPr/>
        <a:lstStyle/>
        <a:p>
          <a:endParaRPr lang="en-IN"/>
        </a:p>
      </dgm:t>
    </dgm:pt>
    <dgm:pt modelId="{4DBA5FBB-1D7B-44AA-BE0E-DE9B251DF3F0}" type="sibTrans" cxnId="{98DC2894-9A6C-4D8F-8C38-C60F30B3FCD0}">
      <dgm:prSet/>
      <dgm:spPr/>
      <dgm:t>
        <a:bodyPr/>
        <a:lstStyle/>
        <a:p>
          <a:endParaRPr lang="en-IN"/>
        </a:p>
      </dgm:t>
    </dgm:pt>
    <dgm:pt modelId="{BA69DDFD-88EF-4B1A-A6B0-5AABB15A0A4F}">
      <dgm:prSet phldrT="[Text]" phldr="0">
        <dgm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dirty="0"/>
            <a:t>Tomato</a:t>
          </a:r>
        </a:p>
      </dgm:t>
    </dgm:pt>
    <dgm:pt modelId="{33350AD8-11E1-42E7-949E-E1D5841C198F}" type="parTrans" cxnId="{402CC76B-6091-47EA-B38C-D440EB1103FD}">
      <dgm:prSet>
        <dgm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IN"/>
        </a:p>
      </dgm:t>
    </dgm:pt>
    <dgm:pt modelId="{02153155-09B3-4E33-8C44-B8B0E61884F0}" type="sibTrans" cxnId="{402CC76B-6091-47EA-B38C-D440EB1103FD}">
      <dgm:prSet/>
      <dgm:spPr/>
      <dgm:t>
        <a:bodyPr/>
        <a:lstStyle/>
        <a:p>
          <a:endParaRPr lang="en-IN"/>
        </a:p>
      </dgm:t>
    </dgm:pt>
    <dgm:pt modelId="{A7226B9D-814D-4AC2-8012-6ACBD9C7F4B6}">
      <dgm:prSet phldrT="[Text]" phldr="0">
        <dgm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dirty="0"/>
            <a:t>Potato</a:t>
          </a:r>
        </a:p>
      </dgm:t>
    </dgm:pt>
    <dgm:pt modelId="{A69774A6-58AC-41D5-8526-EFDBD6D4D339}" type="parTrans" cxnId="{EDDBAF87-B02B-4CA2-9B1C-8FAB45A1BC82}">
      <dgm:prSet>
        <dgm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IN"/>
        </a:p>
      </dgm:t>
    </dgm:pt>
    <dgm:pt modelId="{009524E7-B696-4D59-A6C7-45CD7AF1D768}" type="sibTrans" cxnId="{EDDBAF87-B02B-4CA2-9B1C-8FAB45A1BC82}">
      <dgm:prSet/>
      <dgm:spPr/>
      <dgm:t>
        <a:bodyPr/>
        <a:lstStyle/>
        <a:p>
          <a:endParaRPr lang="en-IN"/>
        </a:p>
      </dgm:t>
    </dgm:pt>
    <dgm:pt modelId="{93B9E414-74A8-43C2-B84D-B615C6F6B67D}">
      <dgm:prSet phldrT="[Text]" phldr="0">
        <dgm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dirty="0"/>
            <a:t>Paper bell</a:t>
          </a:r>
        </a:p>
      </dgm:t>
    </dgm:pt>
    <dgm:pt modelId="{48416A60-2BE5-437C-AAE1-565B0190C3A1}" type="parTrans" cxnId="{7FEBD7BD-AA14-439D-BB03-A43A30E86323}">
      <dgm:prSet>
        <dgm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IN"/>
        </a:p>
      </dgm:t>
    </dgm:pt>
    <dgm:pt modelId="{A70F3DB9-BA92-4747-94F7-166A139E4648}" type="sibTrans" cxnId="{7FEBD7BD-AA14-439D-BB03-A43A30E86323}">
      <dgm:prSet/>
      <dgm:spPr/>
      <dgm:t>
        <a:bodyPr/>
        <a:lstStyle/>
        <a:p>
          <a:endParaRPr lang="en-IN"/>
        </a:p>
      </dgm:t>
    </dgm:pt>
    <dgm:pt modelId="{10E0478A-E111-4CD6-99BA-CA8501EE2593}" type="pres">
      <dgm:prSet presAssocID="{37FA9EE6-6334-4C2B-A2C9-430DC52B335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FA44139-2640-449D-A079-C6FCC0F9D7DB}" type="pres">
      <dgm:prSet presAssocID="{3B4293ED-F86D-4DDB-A384-EAA3E2858A6C}" presName="hierRoot1" presStyleCnt="0">
        <dgm:presLayoutVars>
          <dgm:hierBranch val="init"/>
        </dgm:presLayoutVars>
      </dgm:prSet>
      <dgm:spPr/>
    </dgm:pt>
    <dgm:pt modelId="{1799B76E-D28B-4AB8-8883-65B760CAA822}" type="pres">
      <dgm:prSet presAssocID="{3B4293ED-F86D-4DDB-A384-EAA3E2858A6C}" presName="rootComposite1" presStyleCnt="0"/>
      <dgm:spPr/>
    </dgm:pt>
    <dgm:pt modelId="{730A2714-46A9-4F81-8B2D-0A988C4B28B1}" type="pres">
      <dgm:prSet presAssocID="{3B4293ED-F86D-4DDB-A384-EAA3E2858A6C}" presName="rootText1" presStyleLbl="node0" presStyleIdx="0" presStyleCnt="1" custScaleX="127351" custScaleY="60036">
        <dgm:presLayoutVars>
          <dgm:chPref val="3"/>
        </dgm:presLayoutVars>
      </dgm:prSet>
      <dgm:spPr/>
    </dgm:pt>
    <dgm:pt modelId="{DB6F460D-3E2B-4563-AC63-7C42ADF3D3BF}" type="pres">
      <dgm:prSet presAssocID="{3B4293ED-F86D-4DDB-A384-EAA3E2858A6C}" presName="rootConnector1" presStyleLbl="node1" presStyleIdx="0" presStyleCnt="0"/>
      <dgm:spPr/>
    </dgm:pt>
    <dgm:pt modelId="{6853709F-4A87-47FB-AA99-717C48AF5879}" type="pres">
      <dgm:prSet presAssocID="{3B4293ED-F86D-4DDB-A384-EAA3E2858A6C}" presName="hierChild2" presStyleCnt="0"/>
      <dgm:spPr/>
    </dgm:pt>
    <dgm:pt modelId="{C34A5F65-A82F-4267-84E8-E686CFD31072}" type="pres">
      <dgm:prSet presAssocID="{33350AD8-11E1-42E7-949E-E1D5841C198F}" presName="Name37" presStyleLbl="parChTrans1D2" presStyleIdx="0" presStyleCnt="3"/>
      <dgm:spPr/>
    </dgm:pt>
    <dgm:pt modelId="{B08A82FB-5350-4291-9061-4D6CC6A2E072}" type="pres">
      <dgm:prSet presAssocID="{BA69DDFD-88EF-4B1A-A6B0-5AABB15A0A4F}" presName="hierRoot2" presStyleCnt="0">
        <dgm:presLayoutVars>
          <dgm:hierBranch val="init"/>
        </dgm:presLayoutVars>
      </dgm:prSet>
      <dgm:spPr/>
    </dgm:pt>
    <dgm:pt modelId="{13D1A1C0-327D-4732-A3D4-466831661720}" type="pres">
      <dgm:prSet presAssocID="{BA69DDFD-88EF-4B1A-A6B0-5AABB15A0A4F}" presName="rootComposite" presStyleCnt="0"/>
      <dgm:spPr/>
    </dgm:pt>
    <dgm:pt modelId="{4BD06903-A48C-4FEE-990D-964E2C0FE69B}" type="pres">
      <dgm:prSet presAssocID="{BA69DDFD-88EF-4B1A-A6B0-5AABB15A0A4F}" presName="rootText" presStyleLbl="node2" presStyleIdx="0" presStyleCnt="3" custScaleY="60036">
        <dgm:presLayoutVars>
          <dgm:chPref val="3"/>
        </dgm:presLayoutVars>
      </dgm:prSet>
      <dgm:spPr/>
    </dgm:pt>
    <dgm:pt modelId="{058832BD-16CF-4DDF-BC18-087082134362}" type="pres">
      <dgm:prSet presAssocID="{BA69DDFD-88EF-4B1A-A6B0-5AABB15A0A4F}" presName="rootConnector" presStyleLbl="node2" presStyleIdx="0" presStyleCnt="3"/>
      <dgm:spPr/>
    </dgm:pt>
    <dgm:pt modelId="{05548A6D-00CF-4001-9DFD-B07E017C05A5}" type="pres">
      <dgm:prSet presAssocID="{BA69DDFD-88EF-4B1A-A6B0-5AABB15A0A4F}" presName="hierChild4" presStyleCnt="0"/>
      <dgm:spPr/>
    </dgm:pt>
    <dgm:pt modelId="{F2267F96-C33F-463A-ABF1-9080E6041DAE}" type="pres">
      <dgm:prSet presAssocID="{BA69DDFD-88EF-4B1A-A6B0-5AABB15A0A4F}" presName="hierChild5" presStyleCnt="0"/>
      <dgm:spPr/>
    </dgm:pt>
    <dgm:pt modelId="{28E18A69-E4A2-419D-95F3-39BEE1756010}" type="pres">
      <dgm:prSet presAssocID="{A69774A6-58AC-41D5-8526-EFDBD6D4D339}" presName="Name37" presStyleLbl="parChTrans1D2" presStyleIdx="1" presStyleCnt="3"/>
      <dgm:spPr/>
    </dgm:pt>
    <dgm:pt modelId="{67FC8B9C-6462-4135-B9DE-19B3EADE4823}" type="pres">
      <dgm:prSet presAssocID="{A7226B9D-814D-4AC2-8012-6ACBD9C7F4B6}" presName="hierRoot2" presStyleCnt="0">
        <dgm:presLayoutVars>
          <dgm:hierBranch val="init"/>
        </dgm:presLayoutVars>
      </dgm:prSet>
      <dgm:spPr/>
    </dgm:pt>
    <dgm:pt modelId="{733D3B58-B337-4030-BE51-B669556CF235}" type="pres">
      <dgm:prSet presAssocID="{A7226B9D-814D-4AC2-8012-6ACBD9C7F4B6}" presName="rootComposite" presStyleCnt="0"/>
      <dgm:spPr/>
    </dgm:pt>
    <dgm:pt modelId="{381B1007-6745-48D7-9F64-B7E4E657046B}" type="pres">
      <dgm:prSet presAssocID="{A7226B9D-814D-4AC2-8012-6ACBD9C7F4B6}" presName="rootText" presStyleLbl="node2" presStyleIdx="1" presStyleCnt="3" custScaleY="60036">
        <dgm:presLayoutVars>
          <dgm:chPref val="3"/>
        </dgm:presLayoutVars>
      </dgm:prSet>
      <dgm:spPr/>
    </dgm:pt>
    <dgm:pt modelId="{C3048366-8296-4B17-A8AA-8A0E47635EFD}" type="pres">
      <dgm:prSet presAssocID="{A7226B9D-814D-4AC2-8012-6ACBD9C7F4B6}" presName="rootConnector" presStyleLbl="node2" presStyleIdx="1" presStyleCnt="3"/>
      <dgm:spPr/>
    </dgm:pt>
    <dgm:pt modelId="{357F7B20-9751-4A16-A08E-7499ED347191}" type="pres">
      <dgm:prSet presAssocID="{A7226B9D-814D-4AC2-8012-6ACBD9C7F4B6}" presName="hierChild4" presStyleCnt="0"/>
      <dgm:spPr/>
    </dgm:pt>
    <dgm:pt modelId="{CA45C6F0-6B3C-4230-8D95-71888A1C2DFC}" type="pres">
      <dgm:prSet presAssocID="{A7226B9D-814D-4AC2-8012-6ACBD9C7F4B6}" presName="hierChild5" presStyleCnt="0"/>
      <dgm:spPr/>
    </dgm:pt>
    <dgm:pt modelId="{D4D66E3D-7527-4B8F-9D03-D785A6C49D01}" type="pres">
      <dgm:prSet presAssocID="{48416A60-2BE5-437C-AAE1-565B0190C3A1}" presName="Name37" presStyleLbl="parChTrans1D2" presStyleIdx="2" presStyleCnt="3"/>
      <dgm:spPr/>
    </dgm:pt>
    <dgm:pt modelId="{FE693C84-0D89-4D4C-AFB8-4EA579D20774}" type="pres">
      <dgm:prSet presAssocID="{93B9E414-74A8-43C2-B84D-B615C6F6B67D}" presName="hierRoot2" presStyleCnt="0">
        <dgm:presLayoutVars>
          <dgm:hierBranch val="init"/>
        </dgm:presLayoutVars>
      </dgm:prSet>
      <dgm:spPr/>
    </dgm:pt>
    <dgm:pt modelId="{574FDBA9-ADBD-41C1-A744-CF4921BB42DB}" type="pres">
      <dgm:prSet presAssocID="{93B9E414-74A8-43C2-B84D-B615C6F6B67D}" presName="rootComposite" presStyleCnt="0"/>
      <dgm:spPr/>
    </dgm:pt>
    <dgm:pt modelId="{DA972163-46B3-4032-8D61-A5BB2405FE09}" type="pres">
      <dgm:prSet presAssocID="{93B9E414-74A8-43C2-B84D-B615C6F6B67D}" presName="rootText" presStyleLbl="node2" presStyleIdx="2" presStyleCnt="3" custScaleY="60036" custLinFactNeighborX="1374">
        <dgm:presLayoutVars>
          <dgm:chPref val="3"/>
        </dgm:presLayoutVars>
      </dgm:prSet>
      <dgm:spPr/>
    </dgm:pt>
    <dgm:pt modelId="{F5BA3298-25F1-4B8E-B720-4E77157A52D7}" type="pres">
      <dgm:prSet presAssocID="{93B9E414-74A8-43C2-B84D-B615C6F6B67D}" presName="rootConnector" presStyleLbl="node2" presStyleIdx="2" presStyleCnt="3"/>
      <dgm:spPr/>
    </dgm:pt>
    <dgm:pt modelId="{A9894B5B-0270-442B-A485-31D564CB508C}" type="pres">
      <dgm:prSet presAssocID="{93B9E414-74A8-43C2-B84D-B615C6F6B67D}" presName="hierChild4" presStyleCnt="0"/>
      <dgm:spPr/>
    </dgm:pt>
    <dgm:pt modelId="{DC321A0B-F82C-465F-B842-AEE71DD8B6C2}" type="pres">
      <dgm:prSet presAssocID="{93B9E414-74A8-43C2-B84D-B615C6F6B67D}" presName="hierChild5" presStyleCnt="0"/>
      <dgm:spPr/>
    </dgm:pt>
    <dgm:pt modelId="{60F50696-5C5D-4436-98D3-30EF669879D1}" type="pres">
      <dgm:prSet presAssocID="{3B4293ED-F86D-4DDB-A384-EAA3E2858A6C}" presName="hierChild3" presStyleCnt="0"/>
      <dgm:spPr/>
    </dgm:pt>
  </dgm:ptLst>
  <dgm:cxnLst>
    <dgm:cxn modelId="{FF91BF27-F0AB-4510-AFEE-1FC00E6C05E8}" type="presOf" srcId="{3B4293ED-F86D-4DDB-A384-EAA3E2858A6C}" destId="{730A2714-46A9-4F81-8B2D-0A988C4B28B1}" srcOrd="0" destOrd="0" presId="urn:microsoft.com/office/officeart/2005/8/layout/orgChart1"/>
    <dgm:cxn modelId="{FE533A2E-04AD-4517-B1C1-89624E85034A}" type="presOf" srcId="{93B9E414-74A8-43C2-B84D-B615C6F6B67D}" destId="{DA972163-46B3-4032-8D61-A5BB2405FE09}" srcOrd="0" destOrd="0" presId="urn:microsoft.com/office/officeart/2005/8/layout/orgChart1"/>
    <dgm:cxn modelId="{BB11E031-9FE1-4A54-9D86-52266FBCB7C7}" type="presOf" srcId="{BA69DDFD-88EF-4B1A-A6B0-5AABB15A0A4F}" destId="{058832BD-16CF-4DDF-BC18-087082134362}" srcOrd="1" destOrd="0" presId="urn:microsoft.com/office/officeart/2005/8/layout/orgChart1"/>
    <dgm:cxn modelId="{62617345-31E3-4289-A3E8-443C349F8D2D}" type="presOf" srcId="{A7226B9D-814D-4AC2-8012-6ACBD9C7F4B6}" destId="{C3048366-8296-4B17-A8AA-8A0E47635EFD}" srcOrd="1" destOrd="0" presId="urn:microsoft.com/office/officeart/2005/8/layout/orgChart1"/>
    <dgm:cxn modelId="{7889B365-3DEF-4565-8CC6-857703C0362D}" type="presOf" srcId="{A69774A6-58AC-41D5-8526-EFDBD6D4D339}" destId="{28E18A69-E4A2-419D-95F3-39BEE1756010}" srcOrd="0" destOrd="0" presId="urn:microsoft.com/office/officeart/2005/8/layout/orgChart1"/>
    <dgm:cxn modelId="{402CC76B-6091-47EA-B38C-D440EB1103FD}" srcId="{3B4293ED-F86D-4DDB-A384-EAA3E2858A6C}" destId="{BA69DDFD-88EF-4B1A-A6B0-5AABB15A0A4F}" srcOrd="0" destOrd="0" parTransId="{33350AD8-11E1-42E7-949E-E1D5841C198F}" sibTransId="{02153155-09B3-4E33-8C44-B8B0E61884F0}"/>
    <dgm:cxn modelId="{EDDBAF87-B02B-4CA2-9B1C-8FAB45A1BC82}" srcId="{3B4293ED-F86D-4DDB-A384-EAA3E2858A6C}" destId="{A7226B9D-814D-4AC2-8012-6ACBD9C7F4B6}" srcOrd="1" destOrd="0" parTransId="{A69774A6-58AC-41D5-8526-EFDBD6D4D339}" sibTransId="{009524E7-B696-4D59-A6C7-45CD7AF1D768}"/>
    <dgm:cxn modelId="{C329858C-1B42-4FEA-8155-188C48D7B0ED}" type="presOf" srcId="{37FA9EE6-6334-4C2B-A2C9-430DC52B335B}" destId="{10E0478A-E111-4CD6-99BA-CA8501EE2593}" srcOrd="0" destOrd="0" presId="urn:microsoft.com/office/officeart/2005/8/layout/orgChart1"/>
    <dgm:cxn modelId="{9D2CF98E-A519-4883-9EFD-C370284393EB}" type="presOf" srcId="{93B9E414-74A8-43C2-B84D-B615C6F6B67D}" destId="{F5BA3298-25F1-4B8E-B720-4E77157A52D7}" srcOrd="1" destOrd="0" presId="urn:microsoft.com/office/officeart/2005/8/layout/orgChart1"/>
    <dgm:cxn modelId="{98DC2894-9A6C-4D8F-8C38-C60F30B3FCD0}" srcId="{37FA9EE6-6334-4C2B-A2C9-430DC52B335B}" destId="{3B4293ED-F86D-4DDB-A384-EAA3E2858A6C}" srcOrd="0" destOrd="0" parTransId="{E3201D9B-5083-4B87-B18E-499B41B6AAAF}" sibTransId="{4DBA5FBB-1D7B-44AA-BE0E-DE9B251DF3F0}"/>
    <dgm:cxn modelId="{FF3E1DB8-53D8-4DB7-B903-B1BB5C2C439E}" type="presOf" srcId="{48416A60-2BE5-437C-AAE1-565B0190C3A1}" destId="{D4D66E3D-7527-4B8F-9D03-D785A6C49D01}" srcOrd="0" destOrd="0" presId="urn:microsoft.com/office/officeart/2005/8/layout/orgChart1"/>
    <dgm:cxn modelId="{7FEBD7BD-AA14-439D-BB03-A43A30E86323}" srcId="{3B4293ED-F86D-4DDB-A384-EAA3E2858A6C}" destId="{93B9E414-74A8-43C2-B84D-B615C6F6B67D}" srcOrd="2" destOrd="0" parTransId="{48416A60-2BE5-437C-AAE1-565B0190C3A1}" sibTransId="{A70F3DB9-BA92-4747-94F7-166A139E4648}"/>
    <dgm:cxn modelId="{D556F4CA-1B09-49EA-B01D-64B87B1D3997}" type="presOf" srcId="{A7226B9D-814D-4AC2-8012-6ACBD9C7F4B6}" destId="{381B1007-6745-48D7-9F64-B7E4E657046B}" srcOrd="0" destOrd="0" presId="urn:microsoft.com/office/officeart/2005/8/layout/orgChart1"/>
    <dgm:cxn modelId="{F41CE1D7-9071-42F0-A526-ABC27AB1B012}" type="presOf" srcId="{3B4293ED-F86D-4DDB-A384-EAA3E2858A6C}" destId="{DB6F460D-3E2B-4563-AC63-7C42ADF3D3BF}" srcOrd="1" destOrd="0" presId="urn:microsoft.com/office/officeart/2005/8/layout/orgChart1"/>
    <dgm:cxn modelId="{8D0E42F4-A005-4D47-B0C9-085865DB02A5}" type="presOf" srcId="{33350AD8-11E1-42E7-949E-E1D5841C198F}" destId="{C34A5F65-A82F-4267-84E8-E686CFD31072}" srcOrd="0" destOrd="0" presId="urn:microsoft.com/office/officeart/2005/8/layout/orgChart1"/>
    <dgm:cxn modelId="{E79E53F7-D3DC-4EB0-B8BF-21BFBF69892E}" type="presOf" srcId="{BA69DDFD-88EF-4B1A-A6B0-5AABB15A0A4F}" destId="{4BD06903-A48C-4FEE-990D-964E2C0FE69B}" srcOrd="0" destOrd="0" presId="urn:microsoft.com/office/officeart/2005/8/layout/orgChart1"/>
    <dgm:cxn modelId="{118B5213-4F7D-4113-A592-AE9937529974}" type="presParOf" srcId="{10E0478A-E111-4CD6-99BA-CA8501EE2593}" destId="{6FA44139-2640-449D-A079-C6FCC0F9D7DB}" srcOrd="0" destOrd="0" presId="urn:microsoft.com/office/officeart/2005/8/layout/orgChart1"/>
    <dgm:cxn modelId="{FF4BE955-93BE-492B-8A79-AD49C5EF7A48}" type="presParOf" srcId="{6FA44139-2640-449D-A079-C6FCC0F9D7DB}" destId="{1799B76E-D28B-4AB8-8883-65B760CAA822}" srcOrd="0" destOrd="0" presId="urn:microsoft.com/office/officeart/2005/8/layout/orgChart1"/>
    <dgm:cxn modelId="{2AC5CF5D-65D8-4170-A96C-A05ADECB7A20}" type="presParOf" srcId="{1799B76E-D28B-4AB8-8883-65B760CAA822}" destId="{730A2714-46A9-4F81-8B2D-0A988C4B28B1}" srcOrd="0" destOrd="0" presId="urn:microsoft.com/office/officeart/2005/8/layout/orgChart1"/>
    <dgm:cxn modelId="{4CE54E49-B770-46A5-BBC6-C74538623940}" type="presParOf" srcId="{1799B76E-D28B-4AB8-8883-65B760CAA822}" destId="{DB6F460D-3E2B-4563-AC63-7C42ADF3D3BF}" srcOrd="1" destOrd="0" presId="urn:microsoft.com/office/officeart/2005/8/layout/orgChart1"/>
    <dgm:cxn modelId="{60D6F831-1F3B-4BFC-B4EB-4E0356386CDC}" type="presParOf" srcId="{6FA44139-2640-449D-A079-C6FCC0F9D7DB}" destId="{6853709F-4A87-47FB-AA99-717C48AF5879}" srcOrd="1" destOrd="0" presId="urn:microsoft.com/office/officeart/2005/8/layout/orgChart1"/>
    <dgm:cxn modelId="{27ABF14E-99A9-4C75-8756-0962CB6CCDCE}" type="presParOf" srcId="{6853709F-4A87-47FB-AA99-717C48AF5879}" destId="{C34A5F65-A82F-4267-84E8-E686CFD31072}" srcOrd="0" destOrd="0" presId="urn:microsoft.com/office/officeart/2005/8/layout/orgChart1"/>
    <dgm:cxn modelId="{AC551BFB-CF70-4585-8813-B3E36D75CCC9}" type="presParOf" srcId="{6853709F-4A87-47FB-AA99-717C48AF5879}" destId="{B08A82FB-5350-4291-9061-4D6CC6A2E072}" srcOrd="1" destOrd="0" presId="urn:microsoft.com/office/officeart/2005/8/layout/orgChart1"/>
    <dgm:cxn modelId="{2527023D-7CF3-47DB-ABF2-F4BF9298FAB0}" type="presParOf" srcId="{B08A82FB-5350-4291-9061-4D6CC6A2E072}" destId="{13D1A1C0-327D-4732-A3D4-466831661720}" srcOrd="0" destOrd="0" presId="urn:microsoft.com/office/officeart/2005/8/layout/orgChart1"/>
    <dgm:cxn modelId="{293B36E3-DF98-49B6-9724-7F219CC7FEAC}" type="presParOf" srcId="{13D1A1C0-327D-4732-A3D4-466831661720}" destId="{4BD06903-A48C-4FEE-990D-964E2C0FE69B}" srcOrd="0" destOrd="0" presId="urn:microsoft.com/office/officeart/2005/8/layout/orgChart1"/>
    <dgm:cxn modelId="{1D6F8B76-91C1-43E9-9D27-3B9AC19A7670}" type="presParOf" srcId="{13D1A1C0-327D-4732-A3D4-466831661720}" destId="{058832BD-16CF-4DDF-BC18-087082134362}" srcOrd="1" destOrd="0" presId="urn:microsoft.com/office/officeart/2005/8/layout/orgChart1"/>
    <dgm:cxn modelId="{E9A8D5F4-2E17-48EF-B0A4-3761254B9B4B}" type="presParOf" srcId="{B08A82FB-5350-4291-9061-4D6CC6A2E072}" destId="{05548A6D-00CF-4001-9DFD-B07E017C05A5}" srcOrd="1" destOrd="0" presId="urn:microsoft.com/office/officeart/2005/8/layout/orgChart1"/>
    <dgm:cxn modelId="{8A9B5980-74E6-41BF-8610-94C6B2404B10}" type="presParOf" srcId="{B08A82FB-5350-4291-9061-4D6CC6A2E072}" destId="{F2267F96-C33F-463A-ABF1-9080E6041DAE}" srcOrd="2" destOrd="0" presId="urn:microsoft.com/office/officeart/2005/8/layout/orgChart1"/>
    <dgm:cxn modelId="{711EC50B-958E-4DBE-9D38-F9F5A302868E}" type="presParOf" srcId="{6853709F-4A87-47FB-AA99-717C48AF5879}" destId="{28E18A69-E4A2-419D-95F3-39BEE1756010}" srcOrd="2" destOrd="0" presId="urn:microsoft.com/office/officeart/2005/8/layout/orgChart1"/>
    <dgm:cxn modelId="{AED155EE-7092-436D-84A7-1FFC0B3BE8B1}" type="presParOf" srcId="{6853709F-4A87-47FB-AA99-717C48AF5879}" destId="{67FC8B9C-6462-4135-B9DE-19B3EADE4823}" srcOrd="3" destOrd="0" presId="urn:microsoft.com/office/officeart/2005/8/layout/orgChart1"/>
    <dgm:cxn modelId="{DA896242-157E-41BB-BDBE-AE27F21D0766}" type="presParOf" srcId="{67FC8B9C-6462-4135-B9DE-19B3EADE4823}" destId="{733D3B58-B337-4030-BE51-B669556CF235}" srcOrd="0" destOrd="0" presId="urn:microsoft.com/office/officeart/2005/8/layout/orgChart1"/>
    <dgm:cxn modelId="{EBAE2CBC-0096-4CEC-B8DE-5CC1F13C2C8B}" type="presParOf" srcId="{733D3B58-B337-4030-BE51-B669556CF235}" destId="{381B1007-6745-48D7-9F64-B7E4E657046B}" srcOrd="0" destOrd="0" presId="urn:microsoft.com/office/officeart/2005/8/layout/orgChart1"/>
    <dgm:cxn modelId="{DAF84ED4-BFBA-4B2A-99CF-33B0E810DAC2}" type="presParOf" srcId="{733D3B58-B337-4030-BE51-B669556CF235}" destId="{C3048366-8296-4B17-A8AA-8A0E47635EFD}" srcOrd="1" destOrd="0" presId="urn:microsoft.com/office/officeart/2005/8/layout/orgChart1"/>
    <dgm:cxn modelId="{E2B188E0-1767-4CE5-A627-24DC12990E2C}" type="presParOf" srcId="{67FC8B9C-6462-4135-B9DE-19B3EADE4823}" destId="{357F7B20-9751-4A16-A08E-7499ED347191}" srcOrd="1" destOrd="0" presId="urn:microsoft.com/office/officeart/2005/8/layout/orgChart1"/>
    <dgm:cxn modelId="{BB31AD43-7CDE-4AE4-89D7-F3BC06C64396}" type="presParOf" srcId="{67FC8B9C-6462-4135-B9DE-19B3EADE4823}" destId="{CA45C6F0-6B3C-4230-8D95-71888A1C2DFC}" srcOrd="2" destOrd="0" presId="urn:microsoft.com/office/officeart/2005/8/layout/orgChart1"/>
    <dgm:cxn modelId="{863459CB-A7BD-441D-BA2D-5629A79A85B1}" type="presParOf" srcId="{6853709F-4A87-47FB-AA99-717C48AF5879}" destId="{D4D66E3D-7527-4B8F-9D03-D785A6C49D01}" srcOrd="4" destOrd="0" presId="urn:microsoft.com/office/officeart/2005/8/layout/orgChart1"/>
    <dgm:cxn modelId="{6C355018-C51F-4BA3-8B30-235F088592AF}" type="presParOf" srcId="{6853709F-4A87-47FB-AA99-717C48AF5879}" destId="{FE693C84-0D89-4D4C-AFB8-4EA579D20774}" srcOrd="5" destOrd="0" presId="urn:microsoft.com/office/officeart/2005/8/layout/orgChart1"/>
    <dgm:cxn modelId="{4E2EB565-280A-4B83-AC0C-67E01EB41EA2}" type="presParOf" srcId="{FE693C84-0D89-4D4C-AFB8-4EA579D20774}" destId="{574FDBA9-ADBD-41C1-A744-CF4921BB42DB}" srcOrd="0" destOrd="0" presId="urn:microsoft.com/office/officeart/2005/8/layout/orgChart1"/>
    <dgm:cxn modelId="{C2F42B04-FD52-4236-82B9-0E7CFA9A2787}" type="presParOf" srcId="{574FDBA9-ADBD-41C1-A744-CF4921BB42DB}" destId="{DA972163-46B3-4032-8D61-A5BB2405FE09}" srcOrd="0" destOrd="0" presId="urn:microsoft.com/office/officeart/2005/8/layout/orgChart1"/>
    <dgm:cxn modelId="{267BC786-C7DB-4106-8FA7-674E3861F33C}" type="presParOf" srcId="{574FDBA9-ADBD-41C1-A744-CF4921BB42DB}" destId="{F5BA3298-25F1-4B8E-B720-4E77157A52D7}" srcOrd="1" destOrd="0" presId="urn:microsoft.com/office/officeart/2005/8/layout/orgChart1"/>
    <dgm:cxn modelId="{AD065D4B-678D-4157-8418-A99AF593DF05}" type="presParOf" srcId="{FE693C84-0D89-4D4C-AFB8-4EA579D20774}" destId="{A9894B5B-0270-442B-A485-31D564CB508C}" srcOrd="1" destOrd="0" presId="urn:microsoft.com/office/officeart/2005/8/layout/orgChart1"/>
    <dgm:cxn modelId="{A8529726-BD12-4043-8B78-D21DA7B77586}" type="presParOf" srcId="{FE693C84-0D89-4D4C-AFB8-4EA579D20774}" destId="{DC321A0B-F82C-465F-B842-AEE71DD8B6C2}" srcOrd="2" destOrd="0" presId="urn:microsoft.com/office/officeart/2005/8/layout/orgChart1"/>
    <dgm:cxn modelId="{0549B47D-8001-4571-A299-438265A982FD}" type="presParOf" srcId="{6FA44139-2640-449D-A079-C6FCC0F9D7DB}" destId="{60F50696-5C5D-4436-98D3-30EF669879D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D66E3D-7527-4B8F-9D03-D785A6C49D01}">
      <dsp:nvSpPr>
        <dsp:cNvPr id="0" name=""/>
        <dsp:cNvSpPr/>
      </dsp:nvSpPr>
      <dsp:spPr>
        <a:xfrm>
          <a:off x="4064000" y="996620"/>
          <a:ext cx="2875855" cy="4990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510"/>
              </a:lnTo>
              <a:lnTo>
                <a:pt x="2875855" y="249510"/>
              </a:lnTo>
              <a:lnTo>
                <a:pt x="2875855" y="499020"/>
              </a:lnTo>
            </a:path>
          </a:pathLst>
        </a:custGeom>
        <a:noFill/>
        <a:ln w="22225" cap="flat" cmpd="sng" algn="ctr">
          <a:solidFill>
            <a:schemeClr val="accent1"/>
          </a:solidFill>
          <a:prstDash val="solid"/>
        </a:ln>
        <a:effectLst/>
      </dsp:spPr>
      <dsp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dsp:style>
    </dsp:sp>
    <dsp:sp modelId="{28E18A69-E4A2-419D-95F3-39BEE1756010}">
      <dsp:nvSpPr>
        <dsp:cNvPr id="0" name=""/>
        <dsp:cNvSpPr/>
      </dsp:nvSpPr>
      <dsp:spPr>
        <a:xfrm>
          <a:off x="4018280" y="996620"/>
          <a:ext cx="91440" cy="4990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9020"/>
              </a:lnTo>
            </a:path>
          </a:pathLst>
        </a:custGeom>
        <a:noFill/>
        <a:ln w="22225" cap="flat" cmpd="sng" algn="ctr">
          <a:solidFill>
            <a:schemeClr val="accent1"/>
          </a:solidFill>
          <a:prstDash val="solid"/>
        </a:ln>
        <a:effectLst/>
      </dsp:spPr>
      <dsp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dsp:style>
    </dsp:sp>
    <dsp:sp modelId="{C34A5F65-A82F-4267-84E8-E686CFD31072}">
      <dsp:nvSpPr>
        <dsp:cNvPr id="0" name=""/>
        <dsp:cNvSpPr/>
      </dsp:nvSpPr>
      <dsp:spPr>
        <a:xfrm>
          <a:off x="1188690" y="996620"/>
          <a:ext cx="2875309" cy="499020"/>
        </a:xfrm>
        <a:custGeom>
          <a:avLst/>
          <a:gdLst/>
          <a:ahLst/>
          <a:cxnLst/>
          <a:rect l="0" t="0" r="0" b="0"/>
          <a:pathLst>
            <a:path>
              <a:moveTo>
                <a:pt x="2875309" y="0"/>
              </a:moveTo>
              <a:lnTo>
                <a:pt x="2875309" y="249510"/>
              </a:lnTo>
              <a:lnTo>
                <a:pt x="0" y="249510"/>
              </a:lnTo>
              <a:lnTo>
                <a:pt x="0" y="499020"/>
              </a:lnTo>
            </a:path>
          </a:pathLst>
        </a:custGeom>
        <a:noFill/>
        <a:ln w="22225" cap="flat" cmpd="sng" algn="ctr">
          <a:solidFill>
            <a:schemeClr val="accent1"/>
          </a:solidFill>
          <a:prstDash val="solid"/>
        </a:ln>
        <a:effectLst/>
      </dsp:spPr>
      <dsp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dsp:style>
    </dsp:sp>
    <dsp:sp modelId="{730A2714-46A9-4F81-8B2D-0A988C4B28B1}">
      <dsp:nvSpPr>
        <dsp:cNvPr id="0" name=""/>
        <dsp:cNvSpPr/>
      </dsp:nvSpPr>
      <dsp:spPr>
        <a:xfrm>
          <a:off x="2550886" y="283306"/>
          <a:ext cx="3026227" cy="713314"/>
        </a:xfrm>
        <a:prstGeom prst="rect">
          <a:avLst/>
        </a:prstGeom>
        <a:gradFill rotWithShape="1">
          <a:gsLst>
            <a:gs pos="0">
              <a:schemeClr val="accent1">
                <a:tint val="98000"/>
                <a:satMod val="110000"/>
                <a:lumMod val="104000"/>
              </a:schemeClr>
            </a:gs>
            <a:gs pos="69000">
              <a:schemeClr val="accent1">
                <a:shade val="88000"/>
                <a:satMod val="130000"/>
                <a:lumMod val="92000"/>
              </a:schemeClr>
            </a:gs>
            <a:gs pos="100000">
              <a:schemeClr val="accent1"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500" kern="1200" dirty="0"/>
            <a:t>Plant Village</a:t>
          </a:r>
        </a:p>
      </dsp:txBody>
      <dsp:txXfrm>
        <a:off x="2550886" y="283306"/>
        <a:ext cx="3026227" cy="713314"/>
      </dsp:txXfrm>
    </dsp:sp>
    <dsp:sp modelId="{4BD06903-A48C-4FEE-990D-964E2C0FE69B}">
      <dsp:nvSpPr>
        <dsp:cNvPr id="0" name=""/>
        <dsp:cNvSpPr/>
      </dsp:nvSpPr>
      <dsp:spPr>
        <a:xfrm>
          <a:off x="545" y="1495641"/>
          <a:ext cx="2376289" cy="713314"/>
        </a:xfrm>
        <a:prstGeom prst="rect">
          <a:avLst/>
        </a:prstGeom>
        <a:gradFill rotWithShape="1">
          <a:gsLst>
            <a:gs pos="0">
              <a:schemeClr val="accent1">
                <a:tint val="98000"/>
                <a:satMod val="110000"/>
                <a:lumMod val="104000"/>
              </a:schemeClr>
            </a:gs>
            <a:gs pos="69000">
              <a:schemeClr val="accent1">
                <a:shade val="88000"/>
                <a:satMod val="130000"/>
                <a:lumMod val="92000"/>
              </a:schemeClr>
            </a:gs>
            <a:gs pos="100000">
              <a:schemeClr val="accent1"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500" kern="1200" dirty="0"/>
            <a:t>Tomato</a:t>
          </a:r>
        </a:p>
      </dsp:txBody>
      <dsp:txXfrm>
        <a:off x="545" y="1495641"/>
        <a:ext cx="2376289" cy="713314"/>
      </dsp:txXfrm>
    </dsp:sp>
    <dsp:sp modelId="{381B1007-6745-48D7-9F64-B7E4E657046B}">
      <dsp:nvSpPr>
        <dsp:cNvPr id="0" name=""/>
        <dsp:cNvSpPr/>
      </dsp:nvSpPr>
      <dsp:spPr>
        <a:xfrm>
          <a:off x="2875855" y="1495641"/>
          <a:ext cx="2376289" cy="713314"/>
        </a:xfrm>
        <a:prstGeom prst="rect">
          <a:avLst/>
        </a:prstGeom>
        <a:gradFill rotWithShape="1">
          <a:gsLst>
            <a:gs pos="0">
              <a:schemeClr val="accent1">
                <a:tint val="98000"/>
                <a:satMod val="110000"/>
                <a:lumMod val="104000"/>
              </a:schemeClr>
            </a:gs>
            <a:gs pos="69000">
              <a:schemeClr val="accent1">
                <a:shade val="88000"/>
                <a:satMod val="130000"/>
                <a:lumMod val="92000"/>
              </a:schemeClr>
            </a:gs>
            <a:gs pos="100000">
              <a:schemeClr val="accent1"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500" kern="1200" dirty="0"/>
            <a:t>Potato</a:t>
          </a:r>
        </a:p>
      </dsp:txBody>
      <dsp:txXfrm>
        <a:off x="2875855" y="1495641"/>
        <a:ext cx="2376289" cy="713314"/>
      </dsp:txXfrm>
    </dsp:sp>
    <dsp:sp modelId="{DA972163-46B3-4032-8D61-A5BB2405FE09}">
      <dsp:nvSpPr>
        <dsp:cNvPr id="0" name=""/>
        <dsp:cNvSpPr/>
      </dsp:nvSpPr>
      <dsp:spPr>
        <a:xfrm>
          <a:off x="5751710" y="1495641"/>
          <a:ext cx="2376289" cy="713314"/>
        </a:xfrm>
        <a:prstGeom prst="rect">
          <a:avLst/>
        </a:prstGeom>
        <a:gradFill rotWithShape="1">
          <a:gsLst>
            <a:gs pos="0">
              <a:schemeClr val="accent1">
                <a:tint val="98000"/>
                <a:satMod val="110000"/>
                <a:lumMod val="104000"/>
              </a:schemeClr>
            </a:gs>
            <a:gs pos="69000">
              <a:schemeClr val="accent1">
                <a:shade val="88000"/>
                <a:satMod val="130000"/>
                <a:lumMod val="92000"/>
              </a:schemeClr>
            </a:gs>
            <a:gs pos="100000">
              <a:schemeClr val="accent1"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500" kern="1200" dirty="0"/>
            <a:t>Paper bell</a:t>
          </a:r>
        </a:p>
      </dsp:txBody>
      <dsp:txXfrm>
        <a:off x="5751710" y="1495641"/>
        <a:ext cx="2376289" cy="7133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100D3F-B8D6-47CD-BF4A-CF2F72CB6B7F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186CB8-23F9-453E-9F5A-8ED2A17B5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00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186CB8-23F9-453E-9F5A-8ED2A17B57A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54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186CB8-23F9-453E-9F5A-8ED2A17B57A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590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FDAC6-B341-46D4-A83D-27947836A55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D524D6B-E5C2-4F54-942B-534D145AD03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780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FDAC6-B341-46D4-A83D-27947836A55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4D6B-E5C2-4F54-942B-534D145AD03E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169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FDAC6-B341-46D4-A83D-27947836A55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4D6B-E5C2-4F54-942B-534D145AD03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44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FDAC6-B341-46D4-A83D-27947836A55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4D6B-E5C2-4F54-942B-534D145AD03E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7182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FDAC6-B341-46D4-A83D-27947836A55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4D6B-E5C2-4F54-942B-534D145AD03E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772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FDAC6-B341-46D4-A83D-27947836A55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4D6B-E5C2-4F54-942B-534D145AD03E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339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FDAC6-B341-46D4-A83D-27947836A55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4D6B-E5C2-4F54-942B-534D145AD0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23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FDAC6-B341-46D4-A83D-27947836A55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4D6B-E5C2-4F54-942B-534D145AD03E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504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39FDAC6-B341-46D4-A83D-27947836A55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4D6B-E5C2-4F54-942B-534D145AD03E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871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FDAC6-B341-46D4-A83D-27947836A55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4D6B-E5C2-4F54-942B-534D145AD03E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072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FDAC6-B341-46D4-A83D-27947836A55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4D6B-E5C2-4F54-942B-534D145AD03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148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9FDAC6-B341-46D4-A83D-27947836A55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D524D6B-E5C2-4F54-942B-534D145AD03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983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021D7-34B9-1B6B-0ED3-107DCAC2F6F6}"/>
              </a:ext>
            </a:extLst>
          </p:cNvPr>
          <p:cNvSpPr txBox="1">
            <a:spLocks/>
          </p:cNvSpPr>
          <p:nvPr/>
        </p:nvSpPr>
        <p:spPr>
          <a:xfrm>
            <a:off x="1061357" y="3781361"/>
            <a:ext cx="10069286" cy="2541431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 Disease Detection Using CNN</a:t>
            </a:r>
            <a:endParaRPr lang="en-IN" sz="3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1CE3DD-5D16-072E-9DA0-05136F10A29F}"/>
              </a:ext>
            </a:extLst>
          </p:cNvPr>
          <p:cNvSpPr txBox="1">
            <a:spLocks/>
          </p:cNvSpPr>
          <p:nvPr/>
        </p:nvSpPr>
        <p:spPr>
          <a:xfrm>
            <a:off x="557688" y="4713798"/>
            <a:ext cx="11054852" cy="97762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for Healthy vs Non-Healthy Leaf Classification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F9AC60-A339-2701-55A0-C546E7100033}"/>
              </a:ext>
            </a:extLst>
          </p:cNvPr>
          <p:cNvSpPr txBox="1"/>
          <p:nvPr/>
        </p:nvSpPr>
        <p:spPr>
          <a:xfrm>
            <a:off x="2574471" y="5399032"/>
            <a:ext cx="70212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Dhananjay Patil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34208AC-FC8F-A15A-0463-AB549D4CA303}"/>
              </a:ext>
            </a:extLst>
          </p:cNvPr>
          <p:cNvCxnSpPr>
            <a:cxnSpLocks/>
          </p:cNvCxnSpPr>
          <p:nvPr/>
        </p:nvCxnSpPr>
        <p:spPr>
          <a:xfrm>
            <a:off x="772885" y="4594875"/>
            <a:ext cx="1062445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D2DDC82-775F-E631-1331-56127DB331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203" y="521832"/>
            <a:ext cx="6071594" cy="29071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4314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0E25B2-7C2A-6E11-FEC6-CCFDCA5DAF46}"/>
              </a:ext>
            </a:extLst>
          </p:cNvPr>
          <p:cNvSpPr txBox="1"/>
          <p:nvPr/>
        </p:nvSpPr>
        <p:spPr>
          <a:xfrm>
            <a:off x="1744435" y="1712349"/>
            <a:ext cx="982707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crop disease detection is time-consuming and error-prone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diseases reduce agricultural productivity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need an automated solution to prevent yield loss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an automated disease detection system.</a:t>
            </a:r>
          </a:p>
          <a:p>
            <a:pPr marL="342900" indent="-342900" algn="just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Classification: Healthy vs Diseased</a:t>
            </a:r>
          </a:p>
          <a:p>
            <a:pPr lvl="0" algn="just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815FA4-5591-3FEA-5BD9-E65E229B384C}"/>
              </a:ext>
            </a:extLst>
          </p:cNvPr>
          <p:cNvSpPr txBox="1"/>
          <p:nvPr/>
        </p:nvSpPr>
        <p:spPr>
          <a:xfrm>
            <a:off x="4103467" y="512020"/>
            <a:ext cx="39850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10FF3EC-8304-602B-DDEE-933F0F1AB18C}"/>
              </a:ext>
            </a:extLst>
          </p:cNvPr>
          <p:cNvCxnSpPr>
            <a:cxnSpLocks/>
          </p:cNvCxnSpPr>
          <p:nvPr/>
        </p:nvCxnSpPr>
        <p:spPr>
          <a:xfrm>
            <a:off x="947056" y="1503332"/>
            <a:ext cx="1062445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789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42CF6B-EE37-A792-6B0C-ABAE01444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21" y="1145415"/>
            <a:ext cx="10435870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 deep learning model to classify plant leaves as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Non-Healthy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Enabling timely action and reducing crop loss.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8FBF0B-92FE-2AA8-12A1-28959362B0FB}"/>
              </a:ext>
            </a:extLst>
          </p:cNvPr>
          <p:cNvSpPr txBox="1"/>
          <p:nvPr/>
        </p:nvSpPr>
        <p:spPr>
          <a:xfrm>
            <a:off x="2969079" y="264110"/>
            <a:ext cx="6101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816F16-55FE-778C-99EE-390A0EF32500}"/>
              </a:ext>
            </a:extLst>
          </p:cNvPr>
          <p:cNvSpPr txBox="1"/>
          <p:nvPr/>
        </p:nvSpPr>
        <p:spPr>
          <a:xfrm>
            <a:off x="3045279" y="3004270"/>
            <a:ext cx="6101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8AD48A-BD67-386A-85AE-5D0D0F129D56}"/>
              </a:ext>
            </a:extLst>
          </p:cNvPr>
          <p:cNvSpPr txBox="1"/>
          <p:nvPr/>
        </p:nvSpPr>
        <p:spPr>
          <a:xfrm>
            <a:off x="758321" y="4175514"/>
            <a:ext cx="706210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diseases from leaf images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to multiple crops and diseases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Deployable as a mobile/web application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2BFD59-ACBF-66A1-8243-76CE66718BF2}"/>
              </a:ext>
            </a:extLst>
          </p:cNvPr>
          <p:cNvCxnSpPr>
            <a:cxnSpLocks/>
          </p:cNvCxnSpPr>
          <p:nvPr/>
        </p:nvCxnSpPr>
        <p:spPr>
          <a:xfrm>
            <a:off x="664028" y="1133218"/>
            <a:ext cx="1062445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F01E82-210D-AF7E-5374-19B29798C7E2}"/>
              </a:ext>
            </a:extLst>
          </p:cNvPr>
          <p:cNvCxnSpPr>
            <a:cxnSpLocks/>
          </p:cNvCxnSpPr>
          <p:nvPr/>
        </p:nvCxnSpPr>
        <p:spPr>
          <a:xfrm>
            <a:off x="758321" y="3906959"/>
            <a:ext cx="1062445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889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96F511-A800-09A3-4CFE-267EA798A7F9}"/>
              </a:ext>
            </a:extLst>
          </p:cNvPr>
          <p:cNvSpPr txBox="1"/>
          <p:nvPr/>
        </p:nvSpPr>
        <p:spPr>
          <a:xfrm>
            <a:off x="1700893" y="1591699"/>
            <a:ext cx="716007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Data Source: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 Village dataset from Kaggle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labeled images of crop leaves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Structure: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Non-Healthy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Statistics: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images per class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size standardized to 128×128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1FF739-2B36-F687-C153-461C75BF44DC}"/>
              </a:ext>
            </a:extLst>
          </p:cNvPr>
          <p:cNvSpPr txBox="1"/>
          <p:nvPr/>
        </p:nvSpPr>
        <p:spPr>
          <a:xfrm>
            <a:off x="3045279" y="229437"/>
            <a:ext cx="6101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BEB9C0-F188-E532-CE5C-04CF38B80E84}"/>
              </a:ext>
            </a:extLst>
          </p:cNvPr>
          <p:cNvCxnSpPr>
            <a:cxnSpLocks/>
          </p:cNvCxnSpPr>
          <p:nvPr/>
        </p:nvCxnSpPr>
        <p:spPr>
          <a:xfrm>
            <a:off x="783771" y="1111446"/>
            <a:ext cx="1062445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E5A4796-B3FA-37ED-2654-783FE86172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799" y="1414478"/>
            <a:ext cx="2141297" cy="21412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F37154-2A3B-1016-8266-EA02B5046D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799" y="3782607"/>
            <a:ext cx="2141297" cy="21574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48206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13E714C-3B60-8229-AD9C-C1519D7FEA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4010888"/>
              </p:ext>
            </p:extLst>
          </p:nvPr>
        </p:nvGraphicFramePr>
        <p:xfrm>
          <a:off x="1923759" y="-104323"/>
          <a:ext cx="8128000" cy="2492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7" name="Rounded Rectangle 4">
            <a:extLst>
              <a:ext uri="{FF2B5EF4-FFF2-40B4-BE49-F238E27FC236}">
                <a16:creationId xmlns:a16="http://schemas.microsoft.com/office/drawing/2014/main" id="{24487BB6-9A95-FDF2-355C-BBDCA001428A}"/>
              </a:ext>
            </a:extLst>
          </p:cNvPr>
          <p:cNvSpPr/>
          <p:nvPr/>
        </p:nvSpPr>
        <p:spPr>
          <a:xfrm>
            <a:off x="2213184" y="2536160"/>
            <a:ext cx="2100779" cy="349452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en-IN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Target spot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en-IN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mosaic virus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en-IN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Yellow leaf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en-IN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Bacterial spot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en-IN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Early blight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en-IN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Late blight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en-IN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Leaf </a:t>
            </a:r>
            <a:r>
              <a:rPr lang="en-IN" sz="1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mold</a:t>
            </a:r>
            <a:endParaRPr lang="en-IN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en-IN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Septoria leaf spot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en-IN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spider mites</a:t>
            </a:r>
          </a:p>
        </p:txBody>
      </p:sp>
      <p:sp>
        <p:nvSpPr>
          <p:cNvPr id="28" name="Rounded Rectangle 8">
            <a:extLst>
              <a:ext uri="{FF2B5EF4-FFF2-40B4-BE49-F238E27FC236}">
                <a16:creationId xmlns:a16="http://schemas.microsoft.com/office/drawing/2014/main" id="{E77B0240-2F51-2A09-8F54-D366E0362041}"/>
              </a:ext>
            </a:extLst>
          </p:cNvPr>
          <p:cNvSpPr/>
          <p:nvPr/>
        </p:nvSpPr>
        <p:spPr>
          <a:xfrm>
            <a:off x="237999" y="2551126"/>
            <a:ext cx="1570436" cy="92698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Healthy 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C2D8DC4-2FCD-7593-F11D-AD9E281BEAA3}"/>
              </a:ext>
            </a:extLst>
          </p:cNvPr>
          <p:cNvCxnSpPr>
            <a:cxnSpLocks/>
          </p:cNvCxnSpPr>
          <p:nvPr/>
        </p:nvCxnSpPr>
        <p:spPr>
          <a:xfrm flipV="1">
            <a:off x="1159093" y="2307511"/>
            <a:ext cx="2406693" cy="762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57F0CDE-A0C0-D3C4-34D9-D9805E80168A}"/>
              </a:ext>
            </a:extLst>
          </p:cNvPr>
          <p:cNvCxnSpPr>
            <a:cxnSpLocks/>
          </p:cNvCxnSpPr>
          <p:nvPr/>
        </p:nvCxnSpPr>
        <p:spPr>
          <a:xfrm flipH="1">
            <a:off x="2373324" y="2066943"/>
            <a:ext cx="1" cy="24819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0AE908A-1086-D82D-E223-76FAADD46ECD}"/>
              </a:ext>
            </a:extLst>
          </p:cNvPr>
          <p:cNvCxnSpPr>
            <a:cxnSpLocks/>
          </p:cNvCxnSpPr>
          <p:nvPr/>
        </p:nvCxnSpPr>
        <p:spPr>
          <a:xfrm flipH="1">
            <a:off x="1159092" y="2307511"/>
            <a:ext cx="1" cy="24819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1718AFE-57B2-19B4-4324-296AB97CB56D}"/>
              </a:ext>
            </a:extLst>
          </p:cNvPr>
          <p:cNvCxnSpPr>
            <a:cxnSpLocks/>
          </p:cNvCxnSpPr>
          <p:nvPr/>
        </p:nvCxnSpPr>
        <p:spPr>
          <a:xfrm flipH="1">
            <a:off x="3565786" y="2307511"/>
            <a:ext cx="1" cy="24819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">
            <a:extLst>
              <a:ext uri="{FF2B5EF4-FFF2-40B4-BE49-F238E27FC236}">
                <a16:creationId xmlns:a16="http://schemas.microsoft.com/office/drawing/2014/main" id="{133C8715-85DD-710B-EB7E-EECC62D45221}"/>
              </a:ext>
            </a:extLst>
          </p:cNvPr>
          <p:cNvSpPr/>
          <p:nvPr/>
        </p:nvSpPr>
        <p:spPr>
          <a:xfrm>
            <a:off x="9937019" y="2536160"/>
            <a:ext cx="2062181" cy="94159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Bacterial spot</a:t>
            </a:r>
          </a:p>
        </p:txBody>
      </p:sp>
      <p:sp>
        <p:nvSpPr>
          <p:cNvPr id="42" name="Rounded Rectangle 8">
            <a:extLst>
              <a:ext uri="{FF2B5EF4-FFF2-40B4-BE49-F238E27FC236}">
                <a16:creationId xmlns:a16="http://schemas.microsoft.com/office/drawing/2014/main" id="{B335A914-73C2-74B1-ED9C-342D11AE5E92}"/>
              </a:ext>
            </a:extLst>
          </p:cNvPr>
          <p:cNvSpPr/>
          <p:nvPr/>
        </p:nvSpPr>
        <p:spPr>
          <a:xfrm>
            <a:off x="7723320" y="2551126"/>
            <a:ext cx="1940942" cy="92698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healthy 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B25CCC-8697-F3E1-9B64-20DF253F6F5E}"/>
              </a:ext>
            </a:extLst>
          </p:cNvPr>
          <p:cNvCxnSpPr>
            <a:cxnSpLocks/>
          </p:cNvCxnSpPr>
          <p:nvPr/>
        </p:nvCxnSpPr>
        <p:spPr>
          <a:xfrm>
            <a:off x="8287907" y="2316185"/>
            <a:ext cx="240669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1768465-DC18-39EE-BC64-3E89FA8A1276}"/>
              </a:ext>
            </a:extLst>
          </p:cNvPr>
          <p:cNvCxnSpPr>
            <a:cxnSpLocks/>
          </p:cNvCxnSpPr>
          <p:nvPr/>
        </p:nvCxnSpPr>
        <p:spPr>
          <a:xfrm flipH="1">
            <a:off x="9502139" y="2066943"/>
            <a:ext cx="1" cy="24819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D46C346-86BC-7561-B4C7-C85179779297}"/>
              </a:ext>
            </a:extLst>
          </p:cNvPr>
          <p:cNvCxnSpPr>
            <a:cxnSpLocks/>
          </p:cNvCxnSpPr>
          <p:nvPr/>
        </p:nvCxnSpPr>
        <p:spPr>
          <a:xfrm flipH="1">
            <a:off x="8287907" y="2307511"/>
            <a:ext cx="1" cy="24819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D06AA8D-167F-F72E-4AEB-A8B548CB09E0}"/>
              </a:ext>
            </a:extLst>
          </p:cNvPr>
          <p:cNvCxnSpPr>
            <a:cxnSpLocks/>
          </p:cNvCxnSpPr>
          <p:nvPr/>
        </p:nvCxnSpPr>
        <p:spPr>
          <a:xfrm flipH="1">
            <a:off x="10694601" y="2307511"/>
            <a:ext cx="1" cy="24819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4">
            <a:extLst>
              <a:ext uri="{FF2B5EF4-FFF2-40B4-BE49-F238E27FC236}">
                <a16:creationId xmlns:a16="http://schemas.microsoft.com/office/drawing/2014/main" id="{16F658E8-C9A9-9400-0CBA-0DF320CED346}"/>
              </a:ext>
            </a:extLst>
          </p:cNvPr>
          <p:cNvSpPr/>
          <p:nvPr/>
        </p:nvSpPr>
        <p:spPr>
          <a:xfrm>
            <a:off x="7107309" y="3935403"/>
            <a:ext cx="2394830" cy="94159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Early Blight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late Blight </a:t>
            </a:r>
          </a:p>
        </p:txBody>
      </p:sp>
      <p:sp>
        <p:nvSpPr>
          <p:cNvPr id="64" name="Rounded Rectangle 8">
            <a:extLst>
              <a:ext uri="{FF2B5EF4-FFF2-40B4-BE49-F238E27FC236}">
                <a16:creationId xmlns:a16="http://schemas.microsoft.com/office/drawing/2014/main" id="{F6D3CA3F-558A-3A36-5E94-BFDFCF458F89}"/>
              </a:ext>
            </a:extLst>
          </p:cNvPr>
          <p:cNvSpPr/>
          <p:nvPr/>
        </p:nvSpPr>
        <p:spPr>
          <a:xfrm>
            <a:off x="4668890" y="3950012"/>
            <a:ext cx="1842188" cy="92698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Healthy 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D1274B5-A797-D592-5600-B5CE7CAA4D8E}"/>
              </a:ext>
            </a:extLst>
          </p:cNvPr>
          <p:cNvCxnSpPr>
            <a:cxnSpLocks/>
          </p:cNvCxnSpPr>
          <p:nvPr/>
        </p:nvCxnSpPr>
        <p:spPr>
          <a:xfrm flipV="1">
            <a:off x="5589984" y="3693837"/>
            <a:ext cx="1727817" cy="2482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AF8B20D-DCE4-C563-5591-3A5201580D89}"/>
              </a:ext>
            </a:extLst>
          </p:cNvPr>
          <p:cNvCxnSpPr>
            <a:cxnSpLocks/>
          </p:cNvCxnSpPr>
          <p:nvPr/>
        </p:nvCxnSpPr>
        <p:spPr>
          <a:xfrm>
            <a:off x="6125338" y="2096948"/>
            <a:ext cx="0" cy="160246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65B70C3-1177-9846-41F1-5AE75D47ABAC}"/>
              </a:ext>
            </a:extLst>
          </p:cNvPr>
          <p:cNvCxnSpPr>
            <a:cxnSpLocks/>
          </p:cNvCxnSpPr>
          <p:nvPr/>
        </p:nvCxnSpPr>
        <p:spPr>
          <a:xfrm flipH="1">
            <a:off x="5589984" y="3706397"/>
            <a:ext cx="1" cy="24819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F2DDAAD-4BBE-FBB0-C604-80AFF7D344DD}"/>
              </a:ext>
            </a:extLst>
          </p:cNvPr>
          <p:cNvCxnSpPr>
            <a:cxnSpLocks/>
          </p:cNvCxnSpPr>
          <p:nvPr/>
        </p:nvCxnSpPr>
        <p:spPr>
          <a:xfrm flipH="1">
            <a:off x="7317800" y="3691788"/>
            <a:ext cx="1" cy="24819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122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1A34E5-225E-8E09-2FF3-870CEB5A5870}"/>
              </a:ext>
            </a:extLst>
          </p:cNvPr>
          <p:cNvSpPr txBox="1"/>
          <p:nvPr/>
        </p:nvSpPr>
        <p:spPr>
          <a:xfrm>
            <a:off x="654503" y="1602455"/>
            <a:ext cx="696413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dataset from zip file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multi-class → Binary classification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/ Validation / Test split: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70% Training, 15% Validation, 15% Testing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data augmentation: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Zoom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flip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720EE-0E19-A274-AC74-E3CE30647D06}"/>
              </a:ext>
            </a:extLst>
          </p:cNvPr>
          <p:cNvSpPr txBox="1"/>
          <p:nvPr/>
        </p:nvSpPr>
        <p:spPr>
          <a:xfrm>
            <a:off x="3075214" y="256206"/>
            <a:ext cx="6101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3BDCB3-DBAE-3791-33E9-78139CEFE8C3}"/>
              </a:ext>
            </a:extLst>
          </p:cNvPr>
          <p:cNvCxnSpPr>
            <a:cxnSpLocks/>
          </p:cNvCxnSpPr>
          <p:nvPr/>
        </p:nvCxnSpPr>
        <p:spPr>
          <a:xfrm>
            <a:off x="813707" y="1187646"/>
            <a:ext cx="1062445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CA7EE833-F5E9-A875-7189-64CA5487FD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373" y="1750764"/>
            <a:ext cx="4313455" cy="38583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36889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05FCA3-3059-D216-AEA1-27106B117A84}"/>
              </a:ext>
            </a:extLst>
          </p:cNvPr>
          <p:cNvSpPr txBox="1"/>
          <p:nvPr/>
        </p:nvSpPr>
        <p:spPr>
          <a:xfrm>
            <a:off x="6841670" y="3480352"/>
            <a:ext cx="7943849" cy="371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MobileNetV2 (Transfer Learning)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on ImageNet dataset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and efficient architecture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A6E35-E158-1C56-B573-253C2606927E}"/>
              </a:ext>
            </a:extLst>
          </p:cNvPr>
          <p:cNvSpPr txBox="1"/>
          <p:nvPr/>
        </p:nvSpPr>
        <p:spPr>
          <a:xfrm>
            <a:off x="1868261" y="375949"/>
            <a:ext cx="84554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(Model Development Phase)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32BD56-47EF-8384-401F-F8DDD23B77AC}"/>
              </a:ext>
            </a:extLst>
          </p:cNvPr>
          <p:cNvCxnSpPr>
            <a:cxnSpLocks/>
          </p:cNvCxnSpPr>
          <p:nvPr/>
        </p:nvCxnSpPr>
        <p:spPr>
          <a:xfrm>
            <a:off x="574221" y="1425671"/>
            <a:ext cx="1062445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D44C82DC-ED4C-E618-C971-A97C4F087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28" y="3208888"/>
            <a:ext cx="6154188" cy="27129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859BCB5-6F59-0B8C-EC31-395D251174E6}"/>
              </a:ext>
            </a:extLst>
          </p:cNvPr>
          <p:cNvSpPr txBox="1"/>
          <p:nvPr/>
        </p:nvSpPr>
        <p:spPr>
          <a:xfrm>
            <a:off x="1378404" y="1657964"/>
            <a:ext cx="8309882" cy="13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rotation, zoom, and horizontal flip to training data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model generalization and reduced overfitting</a:t>
            </a:r>
          </a:p>
        </p:txBody>
      </p:sp>
    </p:spTree>
    <p:extLst>
      <p:ext uri="{BB962C8B-B14F-4D97-AF65-F5344CB8AC3E}">
        <p14:creationId xmlns:p14="http://schemas.microsoft.com/office/powerpoint/2010/main" val="1628063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F0464C-A278-7CFF-88BA-09BCF1A9C5A5}"/>
              </a:ext>
            </a:extLst>
          </p:cNvPr>
          <p:cNvCxnSpPr>
            <a:cxnSpLocks/>
          </p:cNvCxnSpPr>
          <p:nvPr/>
        </p:nvCxnSpPr>
        <p:spPr>
          <a:xfrm>
            <a:off x="783771" y="1416246"/>
            <a:ext cx="1062445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8A36815-DB1C-EE78-ECEB-60BFA8D550B9}"/>
              </a:ext>
            </a:extLst>
          </p:cNvPr>
          <p:cNvSpPr txBox="1"/>
          <p:nvPr/>
        </p:nvSpPr>
        <p:spPr>
          <a:xfrm>
            <a:off x="783771" y="2000269"/>
            <a:ext cx="895622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Frozen base layers for faster training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GlobalAveragePooling layer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Dense layer with Sigmoid activation for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binary classification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 Training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 Adam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 Binary Crossentropy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for 15 epochs with validation monitoring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266035-A584-C5C0-B3BC-A30B600DCA4E}"/>
              </a:ext>
            </a:extLst>
          </p:cNvPr>
          <p:cNvSpPr txBox="1"/>
          <p:nvPr/>
        </p:nvSpPr>
        <p:spPr>
          <a:xfrm>
            <a:off x="1868261" y="375949"/>
            <a:ext cx="84554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(Model Development Phase)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398E9-B571-CF45-9F8C-68DA0B9FB3EE}"/>
              </a:ext>
            </a:extLst>
          </p:cNvPr>
          <p:cNvSpPr txBox="1"/>
          <p:nvPr/>
        </p:nvSpPr>
        <p:spPr>
          <a:xfrm>
            <a:off x="7981951" y="2560387"/>
            <a:ext cx="61014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Compilation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 Adam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Binary Cross entropy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Metric: Accuracy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for 15 epochs</a:t>
            </a:r>
          </a:p>
        </p:txBody>
      </p:sp>
    </p:spTree>
    <p:extLst>
      <p:ext uri="{BB962C8B-B14F-4D97-AF65-F5344CB8AC3E}">
        <p14:creationId xmlns:p14="http://schemas.microsoft.com/office/powerpoint/2010/main" val="2810129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F3BB1E-AD1C-BD2F-279C-003DF0DC6A71}"/>
              </a:ext>
            </a:extLst>
          </p:cNvPr>
          <p:cNvSpPr txBox="1"/>
          <p:nvPr/>
        </p:nvSpPr>
        <p:spPr>
          <a:xfrm>
            <a:off x="1232806" y="1771976"/>
            <a:ext cx="523330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Training Performance </a:t>
            </a:r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Accuracy: 98.36%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Loss: 0.0438</a:t>
            </a:r>
          </a:p>
          <a:p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Performance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Accuracy: 97.54%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Loss: 0.0698</a:t>
            </a:r>
          </a:p>
          <a:p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A17365-EED3-CB25-C369-AB8F4CF02FD2}"/>
              </a:ext>
            </a:extLst>
          </p:cNvPr>
          <p:cNvSpPr txBox="1"/>
          <p:nvPr/>
        </p:nvSpPr>
        <p:spPr>
          <a:xfrm>
            <a:off x="2306410" y="343292"/>
            <a:ext cx="75791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Validation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596B58-A91A-88BB-7105-D0BA2370B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62" y="4818964"/>
            <a:ext cx="11940473" cy="9258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95366-217B-4A2D-7CAB-B5AA393B5F81}"/>
              </a:ext>
            </a:extLst>
          </p:cNvPr>
          <p:cNvSpPr txBox="1"/>
          <p:nvPr/>
        </p:nvSpPr>
        <p:spPr>
          <a:xfrm>
            <a:off x="6926817" y="1776382"/>
            <a:ext cx="513941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of epochs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epochs</a:t>
            </a:r>
          </a:p>
          <a:p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Performance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Accuracy: 97.38%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Loss: 0.086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8CFCD9-B58A-F4EB-1C7A-884389EC42BD}"/>
              </a:ext>
            </a:extLst>
          </p:cNvPr>
          <p:cNvCxnSpPr>
            <a:cxnSpLocks/>
          </p:cNvCxnSpPr>
          <p:nvPr/>
        </p:nvCxnSpPr>
        <p:spPr>
          <a:xfrm>
            <a:off x="783771" y="1329161"/>
            <a:ext cx="1062445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464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243EA0-94BF-4BD9-364F-DD2278025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8"/>
          <a:stretch>
            <a:fillRect/>
          </a:stretch>
        </p:blipFill>
        <p:spPr>
          <a:xfrm>
            <a:off x="2055195" y="1482652"/>
            <a:ext cx="8081605" cy="27976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B339B9-E83F-272E-49DB-DDD808CF86BC}"/>
              </a:ext>
            </a:extLst>
          </p:cNvPr>
          <p:cNvSpPr txBox="1"/>
          <p:nvPr/>
        </p:nvSpPr>
        <p:spPr>
          <a:xfrm>
            <a:off x="3045278" y="169718"/>
            <a:ext cx="6101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3E4380-1654-6E23-57F5-16B7D66F6146}"/>
              </a:ext>
            </a:extLst>
          </p:cNvPr>
          <p:cNvCxnSpPr>
            <a:cxnSpLocks/>
          </p:cNvCxnSpPr>
          <p:nvPr/>
        </p:nvCxnSpPr>
        <p:spPr>
          <a:xfrm>
            <a:off x="914399" y="1057018"/>
            <a:ext cx="1062445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60309E5B-465E-E847-C49C-6EB9D9285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141" y="4428918"/>
            <a:ext cx="1164771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achieved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97% overall test accuracy, 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precision and recall for both classes indicate the model effectively distinguishes between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Healthy and Diseased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leaves.</a:t>
            </a:r>
          </a:p>
        </p:txBody>
      </p:sp>
    </p:spTree>
    <p:extLst>
      <p:ext uri="{BB962C8B-B14F-4D97-AF65-F5344CB8AC3E}">
        <p14:creationId xmlns:p14="http://schemas.microsoft.com/office/powerpoint/2010/main" val="2283259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81DD46-8E15-ED49-8EF7-0FBF55A40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84" y="1700335"/>
            <a:ext cx="5245370" cy="40451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7E95A2-61BB-E8D1-FD84-B9C57EBA6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755" y="1700335"/>
            <a:ext cx="5322948" cy="40451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9C4B3C-2A8D-FC3D-1C4E-065418357AE2}"/>
              </a:ext>
            </a:extLst>
          </p:cNvPr>
          <p:cNvSpPr txBox="1"/>
          <p:nvPr/>
        </p:nvSpPr>
        <p:spPr>
          <a:xfrm>
            <a:off x="3045279" y="114691"/>
            <a:ext cx="6101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Plots: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E63519-0FEE-76C2-425A-05744F3F763B}"/>
              </a:ext>
            </a:extLst>
          </p:cNvPr>
          <p:cNvSpPr txBox="1"/>
          <p:nvPr/>
        </p:nvSpPr>
        <p:spPr>
          <a:xfrm>
            <a:off x="1744436" y="1030335"/>
            <a:ext cx="61014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vs Epochs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5BD3C9-67D0-5341-4A86-A0EEA1106C3F}"/>
              </a:ext>
            </a:extLst>
          </p:cNvPr>
          <p:cNvSpPr txBox="1"/>
          <p:nvPr/>
        </p:nvSpPr>
        <p:spPr>
          <a:xfrm>
            <a:off x="8194222" y="1041302"/>
            <a:ext cx="61014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vs Epochs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C0181EE-DC5D-A280-F619-E16AA2DB4EA0}"/>
              </a:ext>
            </a:extLst>
          </p:cNvPr>
          <p:cNvCxnSpPr>
            <a:cxnSpLocks/>
          </p:cNvCxnSpPr>
          <p:nvPr/>
        </p:nvCxnSpPr>
        <p:spPr>
          <a:xfrm>
            <a:off x="783771" y="948161"/>
            <a:ext cx="1062445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EF6CDB8B-420E-F80A-4F45-4F3A34548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94" y="1637254"/>
            <a:ext cx="5245370" cy="40451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A6A6E55-2531-8B85-45C2-054C65AF76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965" y="1637254"/>
            <a:ext cx="5322948" cy="40451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6986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C4B93E-21E5-1924-BCCF-0DF9C2B62A4A}"/>
              </a:ext>
            </a:extLst>
          </p:cNvPr>
          <p:cNvSpPr txBox="1"/>
          <p:nvPr/>
        </p:nvSpPr>
        <p:spPr>
          <a:xfrm>
            <a:off x="2898322" y="386833"/>
            <a:ext cx="6101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4400"/>
              <a:buFont typeface="Calibri"/>
              <a:buNone/>
            </a:pPr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CHALLENGES</a:t>
            </a:r>
            <a:endParaRPr lang="en-US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836A3A3-2957-6075-2427-D51D43C982CD}"/>
              </a:ext>
            </a:extLst>
          </p:cNvPr>
          <p:cNvCxnSpPr>
            <a:cxnSpLocks/>
          </p:cNvCxnSpPr>
          <p:nvPr/>
        </p:nvCxnSpPr>
        <p:spPr>
          <a:xfrm>
            <a:off x="783771" y="1405361"/>
            <a:ext cx="1062445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205A8ADB-81A7-F883-B132-1E349D27A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771" y="1592894"/>
            <a:ext cx="1093742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image variation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Different lighting, backgrounds, and camera quality can affect prediction accuracy.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imbalance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Diseased images may be more than healthy ones (or vice versa), impacting model bias.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Similar disease patterns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Some diseases look visually similar, making classification difficult.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 limitations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Running deep learning models on low-end mobile devices may require optimization.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72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99D5F3-0B3C-BDC9-4C2B-373FEE7CC47E}"/>
              </a:ext>
            </a:extLst>
          </p:cNvPr>
          <p:cNvSpPr txBox="1"/>
          <p:nvPr/>
        </p:nvSpPr>
        <p:spPr>
          <a:xfrm>
            <a:off x="3045279" y="409778"/>
            <a:ext cx="61014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78CFFB-67D9-BD88-E915-E2D81539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913" y="2058634"/>
            <a:ext cx="9259266" cy="22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built a binary crop disease classifier</a:t>
            </a:r>
          </a:p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assist farmers in early disease detection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automated, accurate, and scalable alternative to manual inspection.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Demonstrating the practical application of deep learning in agriculture.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A443CB-9045-2825-4730-EB5E63AEFEBE}"/>
              </a:ext>
            </a:extLst>
          </p:cNvPr>
          <p:cNvCxnSpPr>
            <a:cxnSpLocks/>
          </p:cNvCxnSpPr>
          <p:nvPr/>
        </p:nvCxnSpPr>
        <p:spPr>
          <a:xfrm>
            <a:off x="783771" y="1372704"/>
            <a:ext cx="1062445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203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128687-B1A6-9872-D74E-1C462BAA12D6}"/>
              </a:ext>
            </a:extLst>
          </p:cNvPr>
          <p:cNvSpPr txBox="1"/>
          <p:nvPr/>
        </p:nvSpPr>
        <p:spPr>
          <a:xfrm>
            <a:off x="6402161" y="4361879"/>
            <a:ext cx="50482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r>
              <a:rPr lang="en" sz="6000" b="1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18357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5438</TotalTime>
  <Words>502</Words>
  <Application>Microsoft Office PowerPoint</Application>
  <PresentationFormat>Widescreen</PresentationFormat>
  <Paragraphs>126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Gill Sans MT</vt:lpstr>
      <vt:lpstr>Times New Roman</vt:lpstr>
      <vt:lpstr>Wingdings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Dhananjay Patil</dc:creator>
  <cp:lastModifiedBy>Dhananjay Patil</cp:lastModifiedBy>
  <cp:revision>4</cp:revision>
  <dcterms:created xsi:type="dcterms:W3CDTF">2026-02-28T12:29:36Z</dcterms:created>
  <dcterms:modified xsi:type="dcterms:W3CDTF">2026-03-16T08:47:26Z</dcterms:modified>
</cp:coreProperties>
</file>